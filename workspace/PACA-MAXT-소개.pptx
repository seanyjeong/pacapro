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7870" y="1236613"/>
            <a:ext cx="4968112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P-ACA + MAXT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504724" y="2208163"/>
            <a:ext cx="41345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2400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체대입시 학원 통합 관리 솔루션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7611" y="3068538"/>
            <a:ext cx="36487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운영부터 트레이닝 기록까지, 한 번에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84403" y="3697188"/>
            <a:ext cx="9751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기획: 정으뜸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학원 운영, 이런 불편함 없으세요?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015901"/>
            <a:ext cx="7874198" cy="72062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3476" y="1015901"/>
            <a:ext cx="0" cy="720626"/>
          </a:xfrm>
          <a:prstGeom prst="line">
            <a:avLst/>
          </a:prstGeom>
          <a:noFill/>
          <a:ln w="5715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551" y="1142851"/>
            <a:ext cx="7584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엑셀로 학생 관리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2551" y="1428601"/>
            <a:ext cx="7584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여러 개, 수정할 때마다 헷갈리고 실수도 잦고...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863477"/>
            <a:ext cx="7874198" cy="72062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63476" y="1863477"/>
            <a:ext cx="0" cy="720626"/>
          </a:xfrm>
          <a:prstGeom prst="line">
            <a:avLst/>
          </a:prstGeom>
          <a:noFill/>
          <a:ln w="5715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551" y="1990427"/>
            <a:ext cx="7584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학원비 미납자 파악이 어려움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2551" y="2276177"/>
            <a:ext cx="7584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냈는지, 안 냈는지 일일이 확인해야 하고...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2711053"/>
            <a:ext cx="7874198" cy="72062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3476" y="2711053"/>
            <a:ext cx="0" cy="720626"/>
          </a:xfrm>
          <a:prstGeom prst="line">
            <a:avLst/>
          </a:prstGeom>
          <a:noFill/>
          <a:ln w="5715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551" y="2838004"/>
            <a:ext cx="7584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기록은 수기로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2551" y="3123754"/>
            <a:ext cx="7584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뭘 했는지 기억 안 나고, 학부모한테 설명하기 애매...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3558629"/>
            <a:ext cx="7874198" cy="72062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63476" y="3558629"/>
            <a:ext cx="0" cy="720626"/>
          </a:xfrm>
          <a:prstGeom prst="line">
            <a:avLst/>
          </a:prstGeom>
          <a:noFill/>
          <a:ln w="5715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551" y="3685580"/>
            <a:ext cx="7584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결과를 보여주기 어려움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551" y="3971330"/>
            <a:ext cx="7584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애 실력 늘었나요?" 에 답하기가 막막...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85577"/>
          </a:xfrm>
          <a:prstGeom prst="rect">
            <a:avLst/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P-ACA: 학원 관리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784027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6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운영에 필요한 모든 것을 한 곳에서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603028"/>
            <a:ext cx="2539901" cy="1606748"/>
          </a:xfrm>
          <a:prstGeom prst="roundRect">
            <a:avLst>
              <a:gd name="adj" fmla="val 790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793528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관리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2142679"/>
            <a:ext cx="207274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이름, 연락처, 등록일, 상태까지 한눈에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38351" y="1603028"/>
            <a:ext cx="2539901" cy="1606748"/>
          </a:xfrm>
          <a:prstGeom prst="roundRect">
            <a:avLst>
              <a:gd name="adj" fmla="val 790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2252" y="1793528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스케줄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92252" y="2142679"/>
            <a:ext cx="207274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언제 오는지, 출결 체크까지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752" y="1603028"/>
            <a:ext cx="2539901" cy="1606748"/>
          </a:xfrm>
          <a:prstGeom prst="roundRect">
            <a:avLst>
              <a:gd name="adj" fmla="val 790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2653" y="1793528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학원비 관리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22653" y="2142679"/>
            <a:ext cx="2072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청구, 미납자 알림까지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400276"/>
            <a:ext cx="2539901" cy="1425773"/>
          </a:xfrm>
          <a:prstGeom prst="roundRect">
            <a:avLst>
              <a:gd name="adj" fmla="val 890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3590776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 급여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851" y="3939927"/>
            <a:ext cx="2072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수에 따른 자동 계산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8351" y="3400276"/>
            <a:ext cx="2539901" cy="1425773"/>
          </a:xfrm>
          <a:prstGeom prst="roundRect">
            <a:avLst>
              <a:gd name="adj" fmla="val 890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92252" y="3590776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 등록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92252" y="3939927"/>
            <a:ext cx="2072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특강, 캠프 별도 관리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68752" y="3400276"/>
            <a:ext cx="2539901" cy="1425773"/>
          </a:xfrm>
          <a:prstGeom prst="roundRect">
            <a:avLst>
              <a:gd name="adj" fmla="val 890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653" y="3590776"/>
            <a:ext cx="20727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알림톡 발송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22653" y="3939927"/>
            <a:ext cx="2072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학부모에게 자동 안내 메시지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8225"/>
          </a:xfrm>
          <a:prstGeom prst="rect">
            <a:avLst/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MAXT: 트레이닝 관리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63817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기록을 데이터로, 성장을 눈으로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228725"/>
            <a:ext cx="3937099" cy="603052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228725"/>
            <a:ext cx="0" cy="603052"/>
          </a:xfrm>
          <a:prstGeom prst="line">
            <a:avLst/>
          </a:prstGeom>
          <a:noFill/>
          <a:ln w="47625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330226"/>
            <a:ext cx="3656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라이브러리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7975" y="1577876"/>
            <a:ext cx="365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운동 미리 등록, 선택만 하면 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933277"/>
            <a:ext cx="3937099" cy="603052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1933277"/>
            <a:ext cx="0" cy="603052"/>
          </a:xfrm>
          <a:prstGeom prst="line">
            <a:avLst/>
          </a:prstGeom>
          <a:noFill/>
          <a:ln w="47625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2034778"/>
            <a:ext cx="3656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기록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7975" y="2282428"/>
            <a:ext cx="365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강사가 30초 만에 기록 완료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637830"/>
            <a:ext cx="3937099" cy="603052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637830"/>
            <a:ext cx="0" cy="603052"/>
          </a:xfrm>
          <a:prstGeom prst="line">
            <a:avLst/>
          </a:prstGeom>
          <a:noFill/>
          <a:ln w="47625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975" y="2739330"/>
            <a:ext cx="3656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그래프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975" y="2986980"/>
            <a:ext cx="365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체력 변화를 시각화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342382"/>
            <a:ext cx="3937099" cy="603052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342382"/>
            <a:ext cx="0" cy="603052"/>
          </a:xfrm>
          <a:prstGeom prst="line">
            <a:avLst/>
          </a:prstGeom>
          <a:noFill/>
          <a:ln w="47625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975" y="3443883"/>
            <a:ext cx="3656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공유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7975" y="3691533"/>
            <a:ext cx="365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리포트 쉽게 공유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8950" y="2562374"/>
            <a:ext cx="3937099" cy="1056977"/>
          </a:xfrm>
          <a:prstGeom prst="roundRect">
            <a:avLst>
              <a:gd name="adj" fmla="val 12015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8558" y="2816275"/>
            <a:ext cx="34978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애 실력 늘었나요?"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18558" y="3165425"/>
            <a:ext cx="34978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그래프로 보여드립니다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5280" y="1806625"/>
            <a:ext cx="33932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만드는 선순환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92596" y="2568625"/>
            <a:ext cx="1777901" cy="76825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9127" y="2759125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기록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9127" y="3003500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30초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71998" y="279082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52849" y="2568625"/>
            <a:ext cx="1777901" cy="76825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29380" y="2759125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시각화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29380" y="3003500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2250" y="279082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13102" y="2568625"/>
            <a:ext cx="1777901" cy="76825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89633" y="2759125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신뢰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9633" y="3003500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눈에 보이는 결과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92503" y="279082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73354" y="2568625"/>
            <a:ext cx="1777901" cy="768251"/>
          </a:xfrm>
          <a:prstGeom prst="roundRect">
            <a:avLst>
              <a:gd name="adj" fmla="val 16531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49885" y="2759125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재등록+추천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49885" y="3003500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성장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학부모를 설득하는 가장 강력한 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873550" cy="1037927"/>
          </a:xfrm>
          <a:prstGeom prst="roundRect">
            <a:avLst>
              <a:gd name="adj" fmla="val 12236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88728"/>
            <a:ext cx="3433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1851" y="1771204"/>
            <a:ext cx="3433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"열심히 하고 있어요~"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463254"/>
            <a:ext cx="3873550" cy="1285577"/>
          </a:xfrm>
          <a:prstGeom prst="roundRect">
            <a:avLst>
              <a:gd name="adj" fmla="val 9879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851" y="2717155"/>
            <a:ext cx="3433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 사용 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851" y="2999631"/>
            <a:ext cx="343306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"3개월 전보다 제자리멀리뛰기 15cm 늘었어요"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0" y="2151013"/>
            <a:ext cx="3873550" cy="1758851"/>
          </a:xfrm>
          <a:prstGeom prst="roundRect">
            <a:avLst>
              <a:gd name="adj" fmla="val 8665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7564" y="2468463"/>
            <a:ext cx="3303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숫자로 보여주면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7564" y="2925663"/>
            <a:ext cx="3303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학부모가 믿습니다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47564" y="3382863"/>
            <a:ext cx="33034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재등록률 UP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4999" y="866924"/>
            <a:ext cx="575385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학원 관리, 트레이닝 기록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705804" y="1739950"/>
            <a:ext cx="17322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0"/>
              </a:spcAft>
              <a:buNone/>
            </a:pPr>
            <a:r>
              <a:rPr lang="en-US" sz="2200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하나로 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02459" y="2698700"/>
            <a:ext cx="3138934" cy="860227"/>
          </a:xfrm>
          <a:prstGeom prst="roundRect">
            <a:avLst>
              <a:gd name="adj" fmla="val 22145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64459" y="2952601"/>
            <a:ext cx="164723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써보실래요?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796885" y="4066877"/>
            <a:ext cx="15502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문의: 정으뜸 원장님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P-ACA + MAXT 소개</dc:title>
  <dc:subject>체대입시 학원 통합 관리 솔루션</dc:subject>
  <dc:creator>정으뜸</dc:creator>
  <cp:lastModifiedBy>정으뜸</cp:lastModifiedBy>
  <cp:revision>1</cp:revision>
  <dcterms:created xsi:type="dcterms:W3CDTF">2025-12-15T17:26:54Z</dcterms:created>
  <dcterms:modified xsi:type="dcterms:W3CDTF">2025-12-15T17:26:54Z</dcterms:modified>
</cp:coreProperties>
</file>